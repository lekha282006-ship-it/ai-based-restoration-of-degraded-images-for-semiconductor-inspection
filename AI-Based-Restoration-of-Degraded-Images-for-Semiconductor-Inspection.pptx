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Restoration of Degraded Images</a:t>
            </a:r>
          </a:p>
          <a:p>
            <a:r>
              <a:t>for Semiconductor Inspection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 for Semiconductor Defect Image Restoration</a:t>
            </a:r>
          </a:p>
          <a:p/>
          <a:p>
            <a: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Semiconductor inspection images often suffer from noisy, degraded low-resolution inputs.</a:t>
            </a:r>
          </a:p>
          <a:p>
            <a:pPr>
              <a:defRPr sz="2200"/>
            </a:pPr>
            <a:r>
              <a:t>The goal is to recover cleaner structural details for visual inspection and defect analysis.</a:t>
            </a:r>
          </a:p>
          <a:p>
            <a:pPr>
              <a:defRPr sz="2200"/>
            </a:pPr>
            <a:r>
              <a:t>A compact CNN is used to denoise and super-resolve in a single forward pass.</a:t>
            </a:r>
          </a:p>
          <a:p>
            <a:pPr>
              <a:defRPr sz="2200"/>
            </a:pPr>
            <a:r>
              <a:t>The method is designed to be lightweight enough to run on CPU and still provide usable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Residual CNN architecture</a:t>
            </a:r>
          </a:p>
          <a:p>
            <a:pPr>
              <a:defRPr sz="2200"/>
            </a:pPr>
            <a:r>
              <a:t>Instance normalization</a:t>
            </a:r>
          </a:p>
          <a:p>
            <a:pPr>
              <a:defRPr sz="2200"/>
            </a:pPr>
            <a:r>
              <a:t>Pixel-shuffle upscaling head</a:t>
            </a:r>
          </a:p>
          <a:p>
            <a:pPr>
              <a:defRPr sz="2200"/>
            </a:pPr>
            <a:r>
              <a:t>Single-pass restoration</a:t>
            </a:r>
          </a:p>
          <a:p>
            <a:pPr>
              <a:defRPr sz="2200"/>
            </a:pPr>
            <a:r>
              <a:t>Output constrained to [0, 1]</a:t>
            </a:r>
          </a:p>
        </p:txBody>
      </p:sp>
      <p:pic>
        <p:nvPicPr>
          <p:cNvPr id="4" name="Picture 3" descr="val_grid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6692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2062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Train loss: 0.4737</a:t>
            </a:r>
          </a:p>
          <a:p>
            <a:pPr>
              <a:defRPr sz="2400"/>
            </a:pPr>
            <a:r>
              <a:t>Validation PSNR: 9.45 dB</a:t>
            </a:r>
          </a:p>
          <a:p>
            <a:pPr>
              <a:defRPr sz="2400"/>
            </a:pPr>
            <a:r>
              <a:t>Validation SSIM: 0.0549</a:t>
            </a:r>
          </a:p>
          <a:p>
            <a:pPr>
              <a:defRPr sz="2400"/>
            </a:pPr>
            <a:r>
              <a:t>LPIPS (subset): 0.6600</a:t>
            </a:r>
          </a:p>
          <a:p>
            <a:pPr>
              <a:defRPr sz="2400"/>
            </a:pPr>
            <a:r>
              <a:t>OOD check: processed 400 unseen test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 compact restoration pipeline was built and validated on real semiconductor data.</a:t>
            </a:r>
          </a:p>
          <a:p>
            <a:pPr>
              <a:defRPr sz="2200"/>
            </a:pPr>
            <a:r>
              <a:t>The model can operate on previously unseen inputs without retraining, showing practical generalization.</a:t>
            </a:r>
          </a:p>
          <a:p>
            <a:pPr>
              <a:defRPr sz="2200"/>
            </a:pPr>
            <a:r>
              <a:t>The repo includes training, inference, evaluation, reproduction steps, and the submission summary.</a:t>
            </a:r>
          </a:p>
          <a:p>
            <a:pPr>
              <a:defRPr sz="2200"/>
            </a:pPr>
            <a:r>
              <a:t>Future work: stronger GPU training and larger models for more aggressive restoration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